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94660"/>
  </p:normalViewPr>
  <p:slideViewPr>
    <p:cSldViewPr snapToGrid="0">
      <p:cViewPr>
        <p:scale>
          <a:sx n="80" d="100"/>
          <a:sy n="80" d="100"/>
        </p:scale>
        <p:origin x="336" y="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5945A5-B84D-82CD-D55E-7C23E1A7AA9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A77B0166-6E0D-8BF8-9032-DD0DCA8ACD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9EEC6256-FF20-C6B0-1555-5590493EEB5C}"/>
              </a:ext>
            </a:extLst>
          </p:cNvPr>
          <p:cNvSpPr>
            <a:spLocks noGrp="1"/>
          </p:cNvSpPr>
          <p:nvPr>
            <p:ph type="dt" sz="half" idx="10"/>
          </p:nvPr>
        </p:nvSpPr>
        <p:spPr/>
        <p:txBody>
          <a:bodyPr/>
          <a:lstStyle/>
          <a:p>
            <a:fld id="{7ADD755F-B7E0-43AF-8960-FCE339A76BF6}" type="datetimeFigureOut">
              <a:rPr lang="es-MX" smtClean="0"/>
              <a:t>18/11/2025</a:t>
            </a:fld>
            <a:endParaRPr lang="es-MX"/>
          </a:p>
        </p:txBody>
      </p:sp>
      <p:sp>
        <p:nvSpPr>
          <p:cNvPr id="5" name="Marcador de pie de página 4">
            <a:extLst>
              <a:ext uri="{FF2B5EF4-FFF2-40B4-BE49-F238E27FC236}">
                <a16:creationId xmlns:a16="http://schemas.microsoft.com/office/drawing/2014/main" id="{D36E07F4-1D9C-5307-D276-9DBA7BF0EE8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1AF5A9D-2FDE-12BE-19BD-D3D7C85EDC6A}"/>
              </a:ext>
            </a:extLst>
          </p:cNvPr>
          <p:cNvSpPr>
            <a:spLocks noGrp="1"/>
          </p:cNvSpPr>
          <p:nvPr>
            <p:ph type="sldNum" sz="quarter" idx="12"/>
          </p:nvPr>
        </p:nvSpPr>
        <p:spPr/>
        <p:txBody>
          <a:bodyPr/>
          <a:lstStyle/>
          <a:p>
            <a:fld id="{44D21896-BC3B-4A55-9600-E46B59AD22D2}" type="slidenum">
              <a:rPr lang="es-MX" smtClean="0"/>
              <a:t>‹Nº›</a:t>
            </a:fld>
            <a:endParaRPr lang="es-MX"/>
          </a:p>
        </p:txBody>
      </p:sp>
    </p:spTree>
    <p:extLst>
      <p:ext uri="{BB962C8B-B14F-4D97-AF65-F5344CB8AC3E}">
        <p14:creationId xmlns:p14="http://schemas.microsoft.com/office/powerpoint/2010/main" val="3429232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041846-3957-2932-8697-2F1F559A646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57AAC1FD-D23C-CBE4-BCEE-3EC27FBF824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0981ACA6-57B4-0919-1979-D02C6B4E1E63}"/>
              </a:ext>
            </a:extLst>
          </p:cNvPr>
          <p:cNvSpPr>
            <a:spLocks noGrp="1"/>
          </p:cNvSpPr>
          <p:nvPr>
            <p:ph type="dt" sz="half" idx="10"/>
          </p:nvPr>
        </p:nvSpPr>
        <p:spPr/>
        <p:txBody>
          <a:bodyPr/>
          <a:lstStyle/>
          <a:p>
            <a:fld id="{7ADD755F-B7E0-43AF-8960-FCE339A76BF6}" type="datetimeFigureOut">
              <a:rPr lang="es-MX" smtClean="0"/>
              <a:t>18/11/2025</a:t>
            </a:fld>
            <a:endParaRPr lang="es-MX"/>
          </a:p>
        </p:txBody>
      </p:sp>
      <p:sp>
        <p:nvSpPr>
          <p:cNvPr id="5" name="Marcador de pie de página 4">
            <a:extLst>
              <a:ext uri="{FF2B5EF4-FFF2-40B4-BE49-F238E27FC236}">
                <a16:creationId xmlns:a16="http://schemas.microsoft.com/office/drawing/2014/main" id="{FFB526D1-4681-2676-6CAD-4CB879E55FF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357A872-8A45-D348-B49B-D4F322B9AE04}"/>
              </a:ext>
            </a:extLst>
          </p:cNvPr>
          <p:cNvSpPr>
            <a:spLocks noGrp="1"/>
          </p:cNvSpPr>
          <p:nvPr>
            <p:ph type="sldNum" sz="quarter" idx="12"/>
          </p:nvPr>
        </p:nvSpPr>
        <p:spPr/>
        <p:txBody>
          <a:bodyPr/>
          <a:lstStyle/>
          <a:p>
            <a:fld id="{44D21896-BC3B-4A55-9600-E46B59AD22D2}" type="slidenum">
              <a:rPr lang="es-MX" smtClean="0"/>
              <a:t>‹Nº›</a:t>
            </a:fld>
            <a:endParaRPr lang="es-MX"/>
          </a:p>
        </p:txBody>
      </p:sp>
    </p:spTree>
    <p:extLst>
      <p:ext uri="{BB962C8B-B14F-4D97-AF65-F5344CB8AC3E}">
        <p14:creationId xmlns:p14="http://schemas.microsoft.com/office/powerpoint/2010/main" val="4288685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857122-6498-37E6-8F71-6AC616DFB60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18290757-9E4D-B1FB-53B0-4A3A795F776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251A8E2-4C80-5452-D6D0-E8B8BC19EAC2}"/>
              </a:ext>
            </a:extLst>
          </p:cNvPr>
          <p:cNvSpPr>
            <a:spLocks noGrp="1"/>
          </p:cNvSpPr>
          <p:nvPr>
            <p:ph type="dt" sz="half" idx="10"/>
          </p:nvPr>
        </p:nvSpPr>
        <p:spPr/>
        <p:txBody>
          <a:bodyPr/>
          <a:lstStyle/>
          <a:p>
            <a:fld id="{7ADD755F-B7E0-43AF-8960-FCE339A76BF6}" type="datetimeFigureOut">
              <a:rPr lang="es-MX" smtClean="0"/>
              <a:t>18/11/2025</a:t>
            </a:fld>
            <a:endParaRPr lang="es-MX"/>
          </a:p>
        </p:txBody>
      </p:sp>
      <p:sp>
        <p:nvSpPr>
          <p:cNvPr id="5" name="Marcador de pie de página 4">
            <a:extLst>
              <a:ext uri="{FF2B5EF4-FFF2-40B4-BE49-F238E27FC236}">
                <a16:creationId xmlns:a16="http://schemas.microsoft.com/office/drawing/2014/main" id="{AA4F83E2-B1A9-39AF-6015-0D86F488A77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CDE0070-4E52-0115-E0CA-8DE610329362}"/>
              </a:ext>
            </a:extLst>
          </p:cNvPr>
          <p:cNvSpPr>
            <a:spLocks noGrp="1"/>
          </p:cNvSpPr>
          <p:nvPr>
            <p:ph type="sldNum" sz="quarter" idx="12"/>
          </p:nvPr>
        </p:nvSpPr>
        <p:spPr/>
        <p:txBody>
          <a:bodyPr/>
          <a:lstStyle/>
          <a:p>
            <a:fld id="{44D21896-BC3B-4A55-9600-E46B59AD22D2}" type="slidenum">
              <a:rPr lang="es-MX" smtClean="0"/>
              <a:t>‹Nº›</a:t>
            </a:fld>
            <a:endParaRPr lang="es-MX"/>
          </a:p>
        </p:txBody>
      </p:sp>
    </p:spTree>
    <p:extLst>
      <p:ext uri="{BB962C8B-B14F-4D97-AF65-F5344CB8AC3E}">
        <p14:creationId xmlns:p14="http://schemas.microsoft.com/office/powerpoint/2010/main" val="3790032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A5A346-5FD5-4FC2-DF30-42CA6AAEB37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F4CC3F2-5786-1EBF-80BB-D7D61B62681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E4BDBA87-378E-C348-8DA9-99495E2AB8E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5D269768-9E10-10C1-C376-B7EBE9DCAA68}"/>
              </a:ext>
            </a:extLst>
          </p:cNvPr>
          <p:cNvSpPr>
            <a:spLocks noGrp="1"/>
          </p:cNvSpPr>
          <p:nvPr>
            <p:ph type="dt" sz="half" idx="10"/>
          </p:nvPr>
        </p:nvSpPr>
        <p:spPr/>
        <p:txBody>
          <a:bodyPr/>
          <a:lstStyle/>
          <a:p>
            <a:fld id="{7ADD755F-B7E0-43AF-8960-FCE339A76BF6}" type="datetimeFigureOut">
              <a:rPr lang="es-MX" smtClean="0"/>
              <a:t>18/11/2025</a:t>
            </a:fld>
            <a:endParaRPr lang="es-MX"/>
          </a:p>
        </p:txBody>
      </p:sp>
      <p:sp>
        <p:nvSpPr>
          <p:cNvPr id="6" name="Marcador de pie de página 5">
            <a:extLst>
              <a:ext uri="{FF2B5EF4-FFF2-40B4-BE49-F238E27FC236}">
                <a16:creationId xmlns:a16="http://schemas.microsoft.com/office/drawing/2014/main" id="{4768D213-CB48-61B7-E5F1-434937E8B59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10E282EB-EEF9-C40E-FAAC-76DEB30EB948}"/>
              </a:ext>
            </a:extLst>
          </p:cNvPr>
          <p:cNvSpPr>
            <a:spLocks noGrp="1"/>
          </p:cNvSpPr>
          <p:nvPr>
            <p:ph type="sldNum" sz="quarter" idx="12"/>
          </p:nvPr>
        </p:nvSpPr>
        <p:spPr/>
        <p:txBody>
          <a:bodyPr/>
          <a:lstStyle/>
          <a:p>
            <a:fld id="{44D21896-BC3B-4A55-9600-E46B59AD22D2}" type="slidenum">
              <a:rPr lang="es-MX" smtClean="0"/>
              <a:t>‹Nº›</a:t>
            </a:fld>
            <a:endParaRPr lang="es-MX"/>
          </a:p>
        </p:txBody>
      </p:sp>
    </p:spTree>
    <p:extLst>
      <p:ext uri="{BB962C8B-B14F-4D97-AF65-F5344CB8AC3E}">
        <p14:creationId xmlns:p14="http://schemas.microsoft.com/office/powerpoint/2010/main" val="3793307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9761E4-CFB7-869A-CCF1-1543D8DF3AC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680BBF58-32DD-BCD4-E000-C088CC2A08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B9DAD28-C8A6-01F3-A05A-31DEA6A1884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F70BE63E-6375-7DE8-23B4-1FFCF5B046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4AD149E-7BF8-0B5F-067A-0FF27D8D334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6DD0AE02-D2FA-22AC-3C20-5C4644835780}"/>
              </a:ext>
            </a:extLst>
          </p:cNvPr>
          <p:cNvSpPr>
            <a:spLocks noGrp="1"/>
          </p:cNvSpPr>
          <p:nvPr>
            <p:ph type="dt" sz="half" idx="10"/>
          </p:nvPr>
        </p:nvSpPr>
        <p:spPr/>
        <p:txBody>
          <a:bodyPr/>
          <a:lstStyle/>
          <a:p>
            <a:fld id="{7ADD755F-B7E0-43AF-8960-FCE339A76BF6}" type="datetimeFigureOut">
              <a:rPr lang="es-MX" smtClean="0"/>
              <a:t>18/11/2025</a:t>
            </a:fld>
            <a:endParaRPr lang="es-MX"/>
          </a:p>
        </p:txBody>
      </p:sp>
      <p:sp>
        <p:nvSpPr>
          <p:cNvPr id="8" name="Marcador de pie de página 7">
            <a:extLst>
              <a:ext uri="{FF2B5EF4-FFF2-40B4-BE49-F238E27FC236}">
                <a16:creationId xmlns:a16="http://schemas.microsoft.com/office/drawing/2014/main" id="{2A1998B0-7417-339F-C58A-843AB572CDFB}"/>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2C4FFB3F-5988-8222-4868-9C74721C2205}"/>
              </a:ext>
            </a:extLst>
          </p:cNvPr>
          <p:cNvSpPr>
            <a:spLocks noGrp="1"/>
          </p:cNvSpPr>
          <p:nvPr>
            <p:ph type="sldNum" sz="quarter" idx="12"/>
          </p:nvPr>
        </p:nvSpPr>
        <p:spPr/>
        <p:txBody>
          <a:bodyPr/>
          <a:lstStyle/>
          <a:p>
            <a:fld id="{44D21896-BC3B-4A55-9600-E46B59AD22D2}" type="slidenum">
              <a:rPr lang="es-MX" smtClean="0"/>
              <a:t>‹Nº›</a:t>
            </a:fld>
            <a:endParaRPr lang="es-MX"/>
          </a:p>
        </p:txBody>
      </p:sp>
    </p:spTree>
    <p:extLst>
      <p:ext uri="{BB962C8B-B14F-4D97-AF65-F5344CB8AC3E}">
        <p14:creationId xmlns:p14="http://schemas.microsoft.com/office/powerpoint/2010/main" val="971634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66CC76-A19A-27D4-8937-E98306D712B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D8F0C1A0-0B72-632E-F00C-CB71D5DF9699}"/>
              </a:ext>
            </a:extLst>
          </p:cNvPr>
          <p:cNvSpPr>
            <a:spLocks noGrp="1"/>
          </p:cNvSpPr>
          <p:nvPr>
            <p:ph type="dt" sz="half" idx="10"/>
          </p:nvPr>
        </p:nvSpPr>
        <p:spPr/>
        <p:txBody>
          <a:bodyPr/>
          <a:lstStyle/>
          <a:p>
            <a:fld id="{7ADD755F-B7E0-43AF-8960-FCE339A76BF6}" type="datetimeFigureOut">
              <a:rPr lang="es-MX" smtClean="0"/>
              <a:t>18/11/2025</a:t>
            </a:fld>
            <a:endParaRPr lang="es-MX"/>
          </a:p>
        </p:txBody>
      </p:sp>
      <p:sp>
        <p:nvSpPr>
          <p:cNvPr id="4" name="Marcador de pie de página 3">
            <a:extLst>
              <a:ext uri="{FF2B5EF4-FFF2-40B4-BE49-F238E27FC236}">
                <a16:creationId xmlns:a16="http://schemas.microsoft.com/office/drawing/2014/main" id="{4650E6DD-84E2-39C7-C0A3-69B47A6ED60D}"/>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145FC0F8-4D88-5454-23C9-1E8F7DEDF6E1}"/>
              </a:ext>
            </a:extLst>
          </p:cNvPr>
          <p:cNvSpPr>
            <a:spLocks noGrp="1"/>
          </p:cNvSpPr>
          <p:nvPr>
            <p:ph type="sldNum" sz="quarter" idx="12"/>
          </p:nvPr>
        </p:nvSpPr>
        <p:spPr/>
        <p:txBody>
          <a:bodyPr/>
          <a:lstStyle/>
          <a:p>
            <a:fld id="{44D21896-BC3B-4A55-9600-E46B59AD22D2}" type="slidenum">
              <a:rPr lang="es-MX" smtClean="0"/>
              <a:t>‹Nº›</a:t>
            </a:fld>
            <a:endParaRPr lang="es-MX"/>
          </a:p>
        </p:txBody>
      </p:sp>
    </p:spTree>
    <p:extLst>
      <p:ext uri="{BB962C8B-B14F-4D97-AF65-F5344CB8AC3E}">
        <p14:creationId xmlns:p14="http://schemas.microsoft.com/office/powerpoint/2010/main" val="38587581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BED891A-3ADD-1518-2717-1F035DB0E749}"/>
              </a:ext>
            </a:extLst>
          </p:cNvPr>
          <p:cNvSpPr>
            <a:spLocks noGrp="1"/>
          </p:cNvSpPr>
          <p:nvPr>
            <p:ph type="dt" sz="half" idx="10"/>
          </p:nvPr>
        </p:nvSpPr>
        <p:spPr/>
        <p:txBody>
          <a:bodyPr/>
          <a:lstStyle/>
          <a:p>
            <a:fld id="{7ADD755F-B7E0-43AF-8960-FCE339A76BF6}" type="datetimeFigureOut">
              <a:rPr lang="es-MX" smtClean="0"/>
              <a:t>18/11/2025</a:t>
            </a:fld>
            <a:endParaRPr lang="es-MX"/>
          </a:p>
        </p:txBody>
      </p:sp>
      <p:sp>
        <p:nvSpPr>
          <p:cNvPr id="3" name="Marcador de pie de página 2">
            <a:extLst>
              <a:ext uri="{FF2B5EF4-FFF2-40B4-BE49-F238E27FC236}">
                <a16:creationId xmlns:a16="http://schemas.microsoft.com/office/drawing/2014/main" id="{1F302112-76C8-6934-1531-19D7D0A8BD36}"/>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20E397DB-25BE-5924-03CA-D6D91041D8B7}"/>
              </a:ext>
            </a:extLst>
          </p:cNvPr>
          <p:cNvSpPr>
            <a:spLocks noGrp="1"/>
          </p:cNvSpPr>
          <p:nvPr>
            <p:ph type="sldNum" sz="quarter" idx="12"/>
          </p:nvPr>
        </p:nvSpPr>
        <p:spPr/>
        <p:txBody>
          <a:bodyPr/>
          <a:lstStyle/>
          <a:p>
            <a:fld id="{44D21896-BC3B-4A55-9600-E46B59AD22D2}" type="slidenum">
              <a:rPr lang="es-MX" smtClean="0"/>
              <a:t>‹Nº›</a:t>
            </a:fld>
            <a:endParaRPr lang="es-MX"/>
          </a:p>
        </p:txBody>
      </p:sp>
    </p:spTree>
    <p:extLst>
      <p:ext uri="{BB962C8B-B14F-4D97-AF65-F5344CB8AC3E}">
        <p14:creationId xmlns:p14="http://schemas.microsoft.com/office/powerpoint/2010/main" val="3891093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03BE99-F0CC-ED0B-7B6E-2D0EBEF9333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32EC5D9-9B15-E7C5-6081-8396D1A4DC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089AE0D4-A65C-4128-2121-6191A155E0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4EAEAFD-A7F8-B591-E499-F0D2365C6910}"/>
              </a:ext>
            </a:extLst>
          </p:cNvPr>
          <p:cNvSpPr>
            <a:spLocks noGrp="1"/>
          </p:cNvSpPr>
          <p:nvPr>
            <p:ph type="dt" sz="half" idx="10"/>
          </p:nvPr>
        </p:nvSpPr>
        <p:spPr/>
        <p:txBody>
          <a:bodyPr/>
          <a:lstStyle/>
          <a:p>
            <a:fld id="{7ADD755F-B7E0-43AF-8960-FCE339A76BF6}" type="datetimeFigureOut">
              <a:rPr lang="es-MX" smtClean="0"/>
              <a:t>18/11/2025</a:t>
            </a:fld>
            <a:endParaRPr lang="es-MX"/>
          </a:p>
        </p:txBody>
      </p:sp>
      <p:sp>
        <p:nvSpPr>
          <p:cNvPr id="6" name="Marcador de pie de página 5">
            <a:extLst>
              <a:ext uri="{FF2B5EF4-FFF2-40B4-BE49-F238E27FC236}">
                <a16:creationId xmlns:a16="http://schemas.microsoft.com/office/drawing/2014/main" id="{CDB191CC-9CC0-8C79-60D2-0DD020A15E3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B2A66756-1BC5-C61B-FB27-847F291645CA}"/>
              </a:ext>
            </a:extLst>
          </p:cNvPr>
          <p:cNvSpPr>
            <a:spLocks noGrp="1"/>
          </p:cNvSpPr>
          <p:nvPr>
            <p:ph type="sldNum" sz="quarter" idx="12"/>
          </p:nvPr>
        </p:nvSpPr>
        <p:spPr/>
        <p:txBody>
          <a:bodyPr/>
          <a:lstStyle/>
          <a:p>
            <a:fld id="{44D21896-BC3B-4A55-9600-E46B59AD22D2}" type="slidenum">
              <a:rPr lang="es-MX" smtClean="0"/>
              <a:t>‹Nº›</a:t>
            </a:fld>
            <a:endParaRPr lang="es-MX"/>
          </a:p>
        </p:txBody>
      </p:sp>
    </p:spTree>
    <p:extLst>
      <p:ext uri="{BB962C8B-B14F-4D97-AF65-F5344CB8AC3E}">
        <p14:creationId xmlns:p14="http://schemas.microsoft.com/office/powerpoint/2010/main" val="1538923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654389-2345-4142-9B7F-F71929E0F04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CD980AE7-420E-EEA8-23D8-1F7BECD21C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0DFCBBA7-1A97-B844-7B90-45A730E658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42CFD41-9FC4-40CA-352B-1C1784B3E40B}"/>
              </a:ext>
            </a:extLst>
          </p:cNvPr>
          <p:cNvSpPr>
            <a:spLocks noGrp="1"/>
          </p:cNvSpPr>
          <p:nvPr>
            <p:ph type="dt" sz="half" idx="10"/>
          </p:nvPr>
        </p:nvSpPr>
        <p:spPr/>
        <p:txBody>
          <a:bodyPr/>
          <a:lstStyle/>
          <a:p>
            <a:fld id="{7ADD755F-B7E0-43AF-8960-FCE339A76BF6}" type="datetimeFigureOut">
              <a:rPr lang="es-MX" smtClean="0"/>
              <a:t>18/11/2025</a:t>
            </a:fld>
            <a:endParaRPr lang="es-MX"/>
          </a:p>
        </p:txBody>
      </p:sp>
      <p:sp>
        <p:nvSpPr>
          <p:cNvPr id="6" name="Marcador de pie de página 5">
            <a:extLst>
              <a:ext uri="{FF2B5EF4-FFF2-40B4-BE49-F238E27FC236}">
                <a16:creationId xmlns:a16="http://schemas.microsoft.com/office/drawing/2014/main" id="{AAAD705F-3A9F-5B51-7226-358EF2304A95}"/>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3002DD83-67A0-45CB-0FC0-47C3865C3C84}"/>
              </a:ext>
            </a:extLst>
          </p:cNvPr>
          <p:cNvSpPr>
            <a:spLocks noGrp="1"/>
          </p:cNvSpPr>
          <p:nvPr>
            <p:ph type="sldNum" sz="quarter" idx="12"/>
          </p:nvPr>
        </p:nvSpPr>
        <p:spPr/>
        <p:txBody>
          <a:bodyPr/>
          <a:lstStyle/>
          <a:p>
            <a:fld id="{44D21896-BC3B-4A55-9600-E46B59AD22D2}" type="slidenum">
              <a:rPr lang="es-MX" smtClean="0"/>
              <a:t>‹Nº›</a:t>
            </a:fld>
            <a:endParaRPr lang="es-MX"/>
          </a:p>
        </p:txBody>
      </p:sp>
    </p:spTree>
    <p:extLst>
      <p:ext uri="{BB962C8B-B14F-4D97-AF65-F5344CB8AC3E}">
        <p14:creationId xmlns:p14="http://schemas.microsoft.com/office/powerpoint/2010/main" val="1463332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43EB98-BAD9-6DBC-A2B6-7D7DF1AFDB3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5B5E051F-9308-8DA5-9586-0C682DD8598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8E295C3-57F6-8480-0498-39546FA53710}"/>
              </a:ext>
            </a:extLst>
          </p:cNvPr>
          <p:cNvSpPr>
            <a:spLocks noGrp="1"/>
          </p:cNvSpPr>
          <p:nvPr>
            <p:ph type="dt" sz="half" idx="10"/>
          </p:nvPr>
        </p:nvSpPr>
        <p:spPr/>
        <p:txBody>
          <a:bodyPr/>
          <a:lstStyle/>
          <a:p>
            <a:fld id="{7ADD755F-B7E0-43AF-8960-FCE339A76BF6}" type="datetimeFigureOut">
              <a:rPr lang="es-MX" smtClean="0"/>
              <a:t>18/11/2025</a:t>
            </a:fld>
            <a:endParaRPr lang="es-MX"/>
          </a:p>
        </p:txBody>
      </p:sp>
      <p:sp>
        <p:nvSpPr>
          <p:cNvPr id="5" name="Marcador de pie de página 4">
            <a:extLst>
              <a:ext uri="{FF2B5EF4-FFF2-40B4-BE49-F238E27FC236}">
                <a16:creationId xmlns:a16="http://schemas.microsoft.com/office/drawing/2014/main" id="{04AC3456-EB2B-E90D-D6DC-4837A89D8BC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E22C3F0-8286-3B28-49EF-647574F31977}"/>
              </a:ext>
            </a:extLst>
          </p:cNvPr>
          <p:cNvSpPr>
            <a:spLocks noGrp="1"/>
          </p:cNvSpPr>
          <p:nvPr>
            <p:ph type="sldNum" sz="quarter" idx="12"/>
          </p:nvPr>
        </p:nvSpPr>
        <p:spPr/>
        <p:txBody>
          <a:bodyPr/>
          <a:lstStyle/>
          <a:p>
            <a:fld id="{44D21896-BC3B-4A55-9600-E46B59AD22D2}" type="slidenum">
              <a:rPr lang="es-MX" smtClean="0"/>
              <a:t>‹Nº›</a:t>
            </a:fld>
            <a:endParaRPr lang="es-MX"/>
          </a:p>
        </p:txBody>
      </p:sp>
    </p:spTree>
    <p:extLst>
      <p:ext uri="{BB962C8B-B14F-4D97-AF65-F5344CB8AC3E}">
        <p14:creationId xmlns:p14="http://schemas.microsoft.com/office/powerpoint/2010/main" val="1544701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6BF26E1-023F-6483-B507-1C17CF8CC15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838984EA-702E-A347-0778-F7E5CCA8A18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D3DF7A3-49AF-D7E1-B1A6-C2CBCE2E1F38}"/>
              </a:ext>
            </a:extLst>
          </p:cNvPr>
          <p:cNvSpPr>
            <a:spLocks noGrp="1"/>
          </p:cNvSpPr>
          <p:nvPr>
            <p:ph type="dt" sz="half" idx="10"/>
          </p:nvPr>
        </p:nvSpPr>
        <p:spPr/>
        <p:txBody>
          <a:bodyPr/>
          <a:lstStyle/>
          <a:p>
            <a:fld id="{7ADD755F-B7E0-43AF-8960-FCE339A76BF6}" type="datetimeFigureOut">
              <a:rPr lang="es-MX" smtClean="0"/>
              <a:t>18/11/2025</a:t>
            </a:fld>
            <a:endParaRPr lang="es-MX"/>
          </a:p>
        </p:txBody>
      </p:sp>
      <p:sp>
        <p:nvSpPr>
          <p:cNvPr id="5" name="Marcador de pie de página 4">
            <a:extLst>
              <a:ext uri="{FF2B5EF4-FFF2-40B4-BE49-F238E27FC236}">
                <a16:creationId xmlns:a16="http://schemas.microsoft.com/office/drawing/2014/main" id="{E3406AFC-041C-3B74-42DC-DCFACA4E28B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4CB44B4-B9D2-D6D2-9ACA-9187D9886601}"/>
              </a:ext>
            </a:extLst>
          </p:cNvPr>
          <p:cNvSpPr>
            <a:spLocks noGrp="1"/>
          </p:cNvSpPr>
          <p:nvPr>
            <p:ph type="sldNum" sz="quarter" idx="12"/>
          </p:nvPr>
        </p:nvSpPr>
        <p:spPr/>
        <p:txBody>
          <a:bodyPr/>
          <a:lstStyle/>
          <a:p>
            <a:fld id="{44D21896-BC3B-4A55-9600-E46B59AD22D2}" type="slidenum">
              <a:rPr lang="es-MX" smtClean="0"/>
              <a:t>‹Nº›</a:t>
            </a:fld>
            <a:endParaRPr lang="es-MX"/>
          </a:p>
        </p:txBody>
      </p:sp>
    </p:spTree>
    <p:extLst>
      <p:ext uri="{BB962C8B-B14F-4D97-AF65-F5344CB8AC3E}">
        <p14:creationId xmlns:p14="http://schemas.microsoft.com/office/powerpoint/2010/main" val="4221384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543D1DAE-9FFC-D4E3-296B-7CDB053853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093CE47C-6374-F8B2-51DA-B108C4DED6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6A59C749-8FEA-50FA-6165-B8A4C25A56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ADD755F-B7E0-43AF-8960-FCE339A76BF6}" type="datetimeFigureOut">
              <a:rPr lang="es-MX" smtClean="0"/>
              <a:t>18/11/2025</a:t>
            </a:fld>
            <a:endParaRPr lang="es-MX"/>
          </a:p>
        </p:txBody>
      </p:sp>
      <p:sp>
        <p:nvSpPr>
          <p:cNvPr id="5" name="Marcador de pie de página 4">
            <a:extLst>
              <a:ext uri="{FF2B5EF4-FFF2-40B4-BE49-F238E27FC236}">
                <a16:creationId xmlns:a16="http://schemas.microsoft.com/office/drawing/2014/main" id="{DD16A36E-7D28-EA6F-0B3C-CEA160D581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CC6D2400-2C77-0E47-DE6E-47622431DA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D21896-BC3B-4A55-9600-E46B59AD22D2}" type="slidenum">
              <a:rPr lang="es-MX" smtClean="0"/>
              <a:t>‹Nº›</a:t>
            </a:fld>
            <a:endParaRPr lang="es-MX"/>
          </a:p>
        </p:txBody>
      </p:sp>
    </p:spTree>
    <p:extLst>
      <p:ext uri="{BB962C8B-B14F-4D97-AF65-F5344CB8AC3E}">
        <p14:creationId xmlns:p14="http://schemas.microsoft.com/office/powerpoint/2010/main" val="31237126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D75FAC70-CF29-86F9-F4D9-DA1120F9E5D5}"/>
              </a:ext>
            </a:extLst>
          </p:cNvPr>
          <p:cNvGraphicFramePr>
            <a:graphicFrameLocks noGrp="1"/>
          </p:cNvGraphicFramePr>
          <p:nvPr>
            <p:extLst>
              <p:ext uri="{D42A27DB-BD31-4B8C-83A1-F6EECF244321}">
                <p14:modId xmlns:p14="http://schemas.microsoft.com/office/powerpoint/2010/main" val="1176512439"/>
              </p:ext>
            </p:extLst>
          </p:nvPr>
        </p:nvGraphicFramePr>
        <p:xfrm>
          <a:off x="2032000" y="719665"/>
          <a:ext cx="8128000" cy="4374132"/>
        </p:xfrm>
        <a:graphic>
          <a:graphicData uri="http://schemas.openxmlformats.org/drawingml/2006/table">
            <a:tbl>
              <a:tblPr firstRow="1" bandRow="1">
                <a:tableStyleId>{5C22544A-7EE6-4342-B048-85BDC9FD1C3A}</a:tableStyleId>
              </a:tblPr>
              <a:tblGrid>
                <a:gridCol w="5962822">
                  <a:extLst>
                    <a:ext uri="{9D8B030D-6E8A-4147-A177-3AD203B41FA5}">
                      <a16:colId xmlns:a16="http://schemas.microsoft.com/office/drawing/2014/main" val="298176897"/>
                    </a:ext>
                  </a:extLst>
                </a:gridCol>
                <a:gridCol w="2165178">
                  <a:extLst>
                    <a:ext uri="{9D8B030D-6E8A-4147-A177-3AD203B41FA5}">
                      <a16:colId xmlns:a16="http://schemas.microsoft.com/office/drawing/2014/main" val="4065386659"/>
                    </a:ext>
                  </a:extLst>
                </a:gridCol>
              </a:tblGrid>
              <a:tr h="2308489">
                <a:tc>
                  <a:txBody>
                    <a:bodyPr/>
                    <a:lstStyle/>
                    <a:p>
                      <a:r>
                        <a:rPr lang="es-MX" dirty="0">
                          <a:solidFill>
                            <a:schemeClr val="tx1"/>
                          </a:solidFill>
                        </a:rPr>
                        <a:t>Descripción: </a:t>
                      </a:r>
                    </a:p>
                    <a:p>
                      <a:r>
                        <a:rPr lang="es-MX" dirty="0">
                          <a:solidFill>
                            <a:schemeClr val="tx1"/>
                          </a:solidFill>
                        </a:rPr>
                        <a:t>Esta dimensión presenta un cambio notable al de nuestro universo ya que en este el gran reloj de Londres (el </a:t>
                      </a:r>
                      <a:r>
                        <a:rPr lang="es-MX" dirty="0" err="1">
                          <a:solidFill>
                            <a:schemeClr val="tx1"/>
                          </a:solidFill>
                        </a:rPr>
                        <a:t>Bigben</a:t>
                      </a:r>
                      <a:r>
                        <a:rPr lang="es-MX" dirty="0">
                          <a:solidFill>
                            <a:schemeClr val="tx1"/>
                          </a:solidFill>
                        </a:rPr>
                        <a:t>) esta destruido debido a que en este mundo se desato una guerra donde una parte de Europa fue destruida, donde el continente asiático ya no existe.</a:t>
                      </a:r>
                    </a:p>
                    <a:p>
                      <a:r>
                        <a:rPr lang="es-MX" dirty="0">
                          <a:solidFill>
                            <a:schemeClr val="tx1"/>
                          </a:solidFill>
                        </a:rPr>
                        <a:t>En este universo solo existe el régimen Nazi Revivido por Estados unidos y Rusia con tecnología tomada de China y los que buscan sobrevivir</a:t>
                      </a:r>
                    </a:p>
                  </a:txBody>
                  <a:tcPr>
                    <a:solidFill>
                      <a:schemeClr val="bg2"/>
                    </a:solidFill>
                  </a:tcPr>
                </a:tc>
                <a:tc>
                  <a:txBody>
                    <a:bodyPr/>
                    <a:lstStyle/>
                    <a:p>
                      <a:r>
                        <a:rPr lang="it-IT" dirty="0">
                          <a:solidFill>
                            <a:schemeClr val="tx1"/>
                          </a:solidFill>
                        </a:rPr>
                        <a:t> Universo 1312:</a:t>
                      </a:r>
                    </a:p>
                    <a:p>
                      <a:r>
                        <a:rPr lang="it-IT" dirty="0">
                          <a:solidFill>
                            <a:schemeClr val="tx1"/>
                          </a:solidFill>
                        </a:rPr>
                        <a:t>(La torre del reloj roto)</a:t>
                      </a:r>
                      <a:endParaRPr lang="es-MX" dirty="0">
                        <a:solidFill>
                          <a:schemeClr val="tx1"/>
                        </a:solidFill>
                      </a:endParaRPr>
                    </a:p>
                  </a:txBody>
                  <a:tcPr>
                    <a:solidFill>
                      <a:schemeClr val="bg2"/>
                    </a:solidFill>
                  </a:tcPr>
                </a:tc>
                <a:extLst>
                  <a:ext uri="{0D108BD9-81ED-4DB2-BD59-A6C34878D82A}">
                    <a16:rowId xmlns:a16="http://schemas.microsoft.com/office/drawing/2014/main" val="3472407889"/>
                  </a:ext>
                </a:extLst>
              </a:tr>
              <a:tr h="1813812">
                <a:tc>
                  <a:txBody>
                    <a:bodyPr/>
                    <a:lstStyle/>
                    <a:p>
                      <a:r>
                        <a:rPr lang="es-MX" dirty="0"/>
                        <a:t>Clasificación: |||</a:t>
                      </a:r>
                    </a:p>
                    <a:p>
                      <a:endParaRPr lang="es-MX" dirty="0"/>
                    </a:p>
                    <a:p>
                      <a:r>
                        <a:rPr lang="es-MX" dirty="0"/>
                        <a:t>|:No se considera Hostil</a:t>
                      </a:r>
                    </a:p>
                    <a:p>
                      <a:r>
                        <a:rPr lang="es-MX" dirty="0"/>
                        <a:t>||:Se considera Hostil en un nivel considerable</a:t>
                      </a:r>
                    </a:p>
                    <a:p>
                      <a:r>
                        <a:rPr lang="es-MX" dirty="0"/>
                        <a:t>|||:Demasiado Hostil</a:t>
                      </a:r>
                    </a:p>
                    <a:p>
                      <a:r>
                        <a:rPr lang="es-MX" dirty="0"/>
                        <a:t>Z:No visitable, Nivel de Hostilidad Alto</a:t>
                      </a:r>
                    </a:p>
                  </a:txBody>
                  <a:tcPr>
                    <a:solidFill>
                      <a:schemeClr val="accent4">
                        <a:lumMod val="20000"/>
                        <a:lumOff val="80000"/>
                      </a:schemeClr>
                    </a:solidFill>
                  </a:tcPr>
                </a:tc>
                <a:tc>
                  <a:txBody>
                    <a:bodyPr/>
                    <a:lstStyle/>
                    <a:p>
                      <a:endParaRPr lang="es-MX" dirty="0"/>
                    </a:p>
                  </a:txBody>
                  <a:tcPr>
                    <a:solidFill>
                      <a:schemeClr val="bg2"/>
                    </a:solidFill>
                  </a:tcPr>
                </a:tc>
                <a:extLst>
                  <a:ext uri="{0D108BD9-81ED-4DB2-BD59-A6C34878D82A}">
                    <a16:rowId xmlns:a16="http://schemas.microsoft.com/office/drawing/2014/main" val="3290170613"/>
                  </a:ext>
                </a:extLst>
              </a:tr>
            </a:tbl>
          </a:graphicData>
        </a:graphic>
      </p:graphicFrame>
      <p:pic>
        <p:nvPicPr>
          <p:cNvPr id="6" name="Imagen 5" descr="Una torre con humo&#10;&#10;El contenido generado por IA puede ser incorrecto.">
            <a:extLst>
              <a:ext uri="{FF2B5EF4-FFF2-40B4-BE49-F238E27FC236}">
                <a16:creationId xmlns:a16="http://schemas.microsoft.com/office/drawing/2014/main" id="{41AD3F77-0D8F-21ED-F386-DCC8EED3CAAA}"/>
              </a:ext>
            </a:extLst>
          </p:cNvPr>
          <p:cNvPicPr>
            <a:picLocks noChangeAspect="1"/>
          </p:cNvPicPr>
          <p:nvPr/>
        </p:nvPicPr>
        <p:blipFill>
          <a:blip r:embed="rId2"/>
          <a:stretch>
            <a:fillRect/>
          </a:stretch>
        </p:blipFill>
        <p:spPr>
          <a:xfrm>
            <a:off x="7998941" y="2467987"/>
            <a:ext cx="2161059" cy="2625810"/>
          </a:xfrm>
          <a:prstGeom prst="rect">
            <a:avLst/>
          </a:prstGeom>
        </p:spPr>
      </p:pic>
    </p:spTree>
    <p:extLst>
      <p:ext uri="{BB962C8B-B14F-4D97-AF65-F5344CB8AC3E}">
        <p14:creationId xmlns:p14="http://schemas.microsoft.com/office/powerpoint/2010/main" val="12426331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63ACD223-A4A5-CEB0-CA35-4485ED5460C5}"/>
              </a:ext>
            </a:extLst>
          </p:cNvPr>
          <p:cNvGraphicFramePr>
            <a:graphicFrameLocks noGrp="1"/>
          </p:cNvGraphicFramePr>
          <p:nvPr>
            <p:extLst>
              <p:ext uri="{D42A27DB-BD31-4B8C-83A1-F6EECF244321}">
                <p14:modId xmlns:p14="http://schemas.microsoft.com/office/powerpoint/2010/main" val="160764828"/>
              </p:ext>
            </p:extLst>
          </p:nvPr>
        </p:nvGraphicFramePr>
        <p:xfrm>
          <a:off x="924888" y="467002"/>
          <a:ext cx="9938084" cy="4862988"/>
        </p:xfrm>
        <a:graphic>
          <a:graphicData uri="http://schemas.openxmlformats.org/drawingml/2006/table">
            <a:tbl>
              <a:tblPr firstRow="1" bandRow="1">
                <a:tableStyleId>{5C22544A-7EE6-4342-B048-85BDC9FD1C3A}</a:tableStyleId>
              </a:tblPr>
              <a:tblGrid>
                <a:gridCol w="7391970">
                  <a:extLst>
                    <a:ext uri="{9D8B030D-6E8A-4147-A177-3AD203B41FA5}">
                      <a16:colId xmlns:a16="http://schemas.microsoft.com/office/drawing/2014/main" val="1203902056"/>
                    </a:ext>
                  </a:extLst>
                </a:gridCol>
                <a:gridCol w="2546114">
                  <a:extLst>
                    <a:ext uri="{9D8B030D-6E8A-4147-A177-3AD203B41FA5}">
                      <a16:colId xmlns:a16="http://schemas.microsoft.com/office/drawing/2014/main" val="1237393582"/>
                    </a:ext>
                  </a:extLst>
                </a:gridCol>
              </a:tblGrid>
              <a:tr h="2336244">
                <a:tc>
                  <a:txBody>
                    <a:bodyPr/>
                    <a:lstStyle/>
                    <a:p>
                      <a:r>
                        <a:rPr lang="es-MX" dirty="0">
                          <a:solidFill>
                            <a:schemeClr val="tx1"/>
                          </a:solidFill>
                        </a:rPr>
                        <a:t>Descripción: Los reportes dicen que este universo parece un reino de nubes donde lo que imaginas se vuelve una realidad, algo que parece encantador hasta que te das cuenta que estas durmiendo, no sabemos a ciencia cierta que es ese polvo rojo que actúa como somnífero, los últimos reportes y grabaciones hablan sobre criaturas gigantes sin dientes que expulsan ese somnífero de la boca, no hay</a:t>
                      </a:r>
                    </a:p>
                    <a:p>
                      <a:r>
                        <a:rPr lang="es-MX" dirty="0">
                          <a:solidFill>
                            <a:schemeClr val="tx1"/>
                          </a:solidFill>
                        </a:rPr>
                        <a:t>suficiente información relevante o recopilada sobre este universo</a:t>
                      </a:r>
                    </a:p>
                    <a:p>
                      <a:r>
                        <a:rPr lang="es-MX" dirty="0">
                          <a:solidFill>
                            <a:srgbClr val="C00000"/>
                          </a:solidFill>
                        </a:rPr>
                        <a:t>Nota: no se han encontrado sobrevivientes</a:t>
                      </a:r>
                    </a:p>
                  </a:txBody>
                  <a:tcPr>
                    <a:solidFill>
                      <a:schemeClr val="bg2"/>
                    </a:solidFill>
                  </a:tcPr>
                </a:tc>
                <a:tc>
                  <a:txBody>
                    <a:bodyPr/>
                    <a:lstStyle/>
                    <a:p>
                      <a:r>
                        <a:rPr lang="es-MX" dirty="0">
                          <a:solidFill>
                            <a:schemeClr val="tx1"/>
                          </a:solidFill>
                        </a:rPr>
                        <a:t>Universo 1313:</a:t>
                      </a:r>
                    </a:p>
                    <a:p>
                      <a:r>
                        <a:rPr lang="es-MX" dirty="0">
                          <a:solidFill>
                            <a:schemeClr val="tx1"/>
                          </a:solidFill>
                        </a:rPr>
                        <a:t>(El edén de los sueños rojos)</a:t>
                      </a:r>
                    </a:p>
                  </a:txBody>
                  <a:tcPr>
                    <a:solidFill>
                      <a:schemeClr val="bg2"/>
                    </a:solidFill>
                  </a:tcPr>
                </a:tc>
                <a:extLst>
                  <a:ext uri="{0D108BD9-81ED-4DB2-BD59-A6C34878D82A}">
                    <a16:rowId xmlns:a16="http://schemas.microsoft.com/office/drawing/2014/main" val="1967534743"/>
                  </a:ext>
                </a:extLst>
              </a:tr>
              <a:tr h="2526744">
                <a:tc>
                  <a:txBody>
                    <a:bodyPr/>
                    <a:lstStyle/>
                    <a:p>
                      <a:r>
                        <a:rPr lang="es-MX" dirty="0"/>
                        <a:t>Clasificación: ||</a:t>
                      </a:r>
                    </a:p>
                    <a:p>
                      <a:endParaRPr lang="es-MX" dirty="0"/>
                    </a:p>
                    <a:p>
                      <a:r>
                        <a:rPr lang="es-MX" dirty="0"/>
                        <a:t>|:No se considera Hostil</a:t>
                      </a:r>
                    </a:p>
                    <a:p>
                      <a:r>
                        <a:rPr lang="es-MX" dirty="0"/>
                        <a:t>||:Se considera Hostil en un nivel considerable</a:t>
                      </a:r>
                    </a:p>
                    <a:p>
                      <a:r>
                        <a:rPr lang="es-MX" dirty="0"/>
                        <a:t>|||:Demasiado Hostil</a:t>
                      </a:r>
                    </a:p>
                    <a:p>
                      <a:r>
                        <a:rPr lang="es-MX" dirty="0"/>
                        <a:t>Z:No visitable, Nivel de Hostilidad Alto</a:t>
                      </a:r>
                    </a:p>
                    <a:p>
                      <a:endParaRPr lang="es-MX" dirty="0"/>
                    </a:p>
                  </a:txBody>
                  <a:tcPr/>
                </a:tc>
                <a:tc>
                  <a:txBody>
                    <a:bodyPr/>
                    <a:lstStyle/>
                    <a:p>
                      <a:endParaRPr lang="es-MX" dirty="0"/>
                    </a:p>
                  </a:txBody>
                  <a:tcPr>
                    <a:solidFill>
                      <a:schemeClr val="bg2"/>
                    </a:solidFill>
                  </a:tcPr>
                </a:tc>
                <a:extLst>
                  <a:ext uri="{0D108BD9-81ED-4DB2-BD59-A6C34878D82A}">
                    <a16:rowId xmlns:a16="http://schemas.microsoft.com/office/drawing/2014/main" val="1594452631"/>
                  </a:ext>
                </a:extLst>
              </a:tr>
            </a:tbl>
          </a:graphicData>
        </a:graphic>
      </p:graphicFrame>
      <p:pic>
        <p:nvPicPr>
          <p:cNvPr id="6" name="Imagen 5" descr="Imagen borrosa de una persona&#10;&#10;El contenido generado por IA puede ser incorrecto.">
            <a:extLst>
              <a:ext uri="{FF2B5EF4-FFF2-40B4-BE49-F238E27FC236}">
                <a16:creationId xmlns:a16="http://schemas.microsoft.com/office/drawing/2014/main" id="{F643F591-97BF-1C6B-C10A-8AD1E9849729}"/>
              </a:ext>
            </a:extLst>
          </p:cNvPr>
          <p:cNvPicPr>
            <a:picLocks noChangeAspect="1"/>
          </p:cNvPicPr>
          <p:nvPr/>
        </p:nvPicPr>
        <p:blipFill>
          <a:blip r:embed="rId2"/>
          <a:stretch>
            <a:fillRect/>
          </a:stretch>
        </p:blipFill>
        <p:spPr>
          <a:xfrm>
            <a:off x="8341530" y="2827422"/>
            <a:ext cx="2521442" cy="2502568"/>
          </a:xfrm>
          <a:prstGeom prst="rect">
            <a:avLst/>
          </a:prstGeom>
        </p:spPr>
      </p:pic>
    </p:spTree>
    <p:extLst>
      <p:ext uri="{BB962C8B-B14F-4D97-AF65-F5344CB8AC3E}">
        <p14:creationId xmlns:p14="http://schemas.microsoft.com/office/powerpoint/2010/main" val="3889006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C17FBE02-D71A-2BD7-1CD2-04D2652D1522}"/>
              </a:ext>
            </a:extLst>
          </p:cNvPr>
          <p:cNvGraphicFramePr>
            <a:graphicFrameLocks noGrp="1"/>
          </p:cNvGraphicFramePr>
          <p:nvPr>
            <p:extLst>
              <p:ext uri="{D42A27DB-BD31-4B8C-83A1-F6EECF244321}">
                <p14:modId xmlns:p14="http://schemas.microsoft.com/office/powerpoint/2010/main" val="4054680014"/>
              </p:ext>
            </p:extLst>
          </p:nvPr>
        </p:nvGraphicFramePr>
        <p:xfrm>
          <a:off x="792746" y="430908"/>
          <a:ext cx="9554412" cy="5168562"/>
        </p:xfrm>
        <a:graphic>
          <a:graphicData uri="http://schemas.openxmlformats.org/drawingml/2006/table">
            <a:tbl>
              <a:tblPr firstRow="1" bandRow="1">
                <a:tableStyleId>{5C22544A-7EE6-4342-B048-85BDC9FD1C3A}</a:tableStyleId>
              </a:tblPr>
              <a:tblGrid>
                <a:gridCol w="6914806">
                  <a:extLst>
                    <a:ext uri="{9D8B030D-6E8A-4147-A177-3AD203B41FA5}">
                      <a16:colId xmlns:a16="http://schemas.microsoft.com/office/drawing/2014/main" val="2910915336"/>
                    </a:ext>
                  </a:extLst>
                </a:gridCol>
                <a:gridCol w="2639606">
                  <a:extLst>
                    <a:ext uri="{9D8B030D-6E8A-4147-A177-3AD203B41FA5}">
                      <a16:colId xmlns:a16="http://schemas.microsoft.com/office/drawing/2014/main" val="2749100175"/>
                    </a:ext>
                  </a:extLst>
                </a:gridCol>
              </a:tblGrid>
              <a:tr h="2396513">
                <a:tc>
                  <a:txBody>
                    <a:bodyPr/>
                    <a:lstStyle/>
                    <a:p>
                      <a:r>
                        <a:rPr lang="es-MX" dirty="0">
                          <a:solidFill>
                            <a:schemeClr val="tx1"/>
                          </a:solidFill>
                        </a:rPr>
                        <a:t>Descripción: Este universo tiene algo que en verdad es envidiable, imagina una utopía pacifica donde esta el cuerpo muerto de un titan al que consideraban un dios en la ciudad de nueva York, en este universo se cuenta que al llegar el día del juicio final este “Dios” Fue derrotado y su cuerpo cayo cuando el cielo se partió en dos, la mitad del cuerpo de este titan cayo en la ciudad de nueva york donde su sangre dorada ilumino a los humanos convirtiendo este mundo en un lugar de paz donde los recursos son infinitos y donde el agua del mar esta purificada por la otra mitad del titan caído en el atlántico, sin duda es el lugar mas pacifico que hemos encontrado en la primera expedición.</a:t>
                      </a:r>
                    </a:p>
                  </a:txBody>
                  <a:tcPr>
                    <a:solidFill>
                      <a:schemeClr val="bg2"/>
                    </a:solidFill>
                  </a:tcPr>
                </a:tc>
                <a:tc>
                  <a:txBody>
                    <a:bodyPr/>
                    <a:lstStyle/>
                    <a:p>
                      <a:r>
                        <a:rPr lang="es-MX" dirty="0">
                          <a:solidFill>
                            <a:schemeClr val="tx1"/>
                          </a:solidFill>
                        </a:rPr>
                        <a:t>Universo 1311:</a:t>
                      </a:r>
                    </a:p>
                    <a:p>
                      <a:r>
                        <a:rPr lang="es-MX" dirty="0">
                          <a:solidFill>
                            <a:schemeClr val="tx1"/>
                          </a:solidFill>
                        </a:rPr>
                        <a:t>(El valle del dios muerto)</a:t>
                      </a:r>
                    </a:p>
                  </a:txBody>
                  <a:tcPr>
                    <a:solidFill>
                      <a:schemeClr val="bg2"/>
                    </a:solidFill>
                  </a:tcPr>
                </a:tc>
                <a:extLst>
                  <a:ext uri="{0D108BD9-81ED-4DB2-BD59-A6C34878D82A}">
                    <a16:rowId xmlns:a16="http://schemas.microsoft.com/office/drawing/2014/main" val="1600149275"/>
                  </a:ext>
                </a:extLst>
              </a:tr>
              <a:tr h="2059602">
                <a:tc>
                  <a:txBody>
                    <a:bodyPr/>
                    <a:lstStyle/>
                    <a:p>
                      <a:r>
                        <a:rPr lang="es-MX" dirty="0"/>
                        <a:t>Clasificación: |</a:t>
                      </a:r>
                    </a:p>
                    <a:p>
                      <a:endParaRPr lang="es-MX" dirty="0"/>
                    </a:p>
                    <a:p>
                      <a:r>
                        <a:rPr lang="es-MX" dirty="0"/>
                        <a:t>|:No se considera Hostil</a:t>
                      </a:r>
                    </a:p>
                    <a:p>
                      <a:r>
                        <a:rPr lang="es-MX" dirty="0"/>
                        <a:t>||:Se considera Hostil en un nivel considerable</a:t>
                      </a:r>
                    </a:p>
                    <a:p>
                      <a:r>
                        <a:rPr lang="es-MX" dirty="0"/>
                        <a:t>|||:Demasiado Hostil</a:t>
                      </a:r>
                    </a:p>
                    <a:p>
                      <a:r>
                        <a:rPr lang="es-MX" dirty="0"/>
                        <a:t>Z:No visitable, Nivel de Hostilidad Alto</a:t>
                      </a:r>
                    </a:p>
                    <a:p>
                      <a:endParaRPr lang="es-MX" dirty="0"/>
                    </a:p>
                  </a:txBody>
                  <a:tcPr/>
                </a:tc>
                <a:tc>
                  <a:txBody>
                    <a:bodyPr/>
                    <a:lstStyle/>
                    <a:p>
                      <a:endParaRPr lang="es-MX" dirty="0"/>
                    </a:p>
                  </a:txBody>
                  <a:tcPr/>
                </a:tc>
                <a:extLst>
                  <a:ext uri="{0D108BD9-81ED-4DB2-BD59-A6C34878D82A}">
                    <a16:rowId xmlns:a16="http://schemas.microsoft.com/office/drawing/2014/main" val="760278374"/>
                  </a:ext>
                </a:extLst>
              </a:tr>
            </a:tbl>
          </a:graphicData>
        </a:graphic>
      </p:graphicFrame>
      <p:pic>
        <p:nvPicPr>
          <p:cNvPr id="6" name="Imagen 5" descr="Imagen que contiene exterior, montaña, nieve, pájaro&#10;&#10;El contenido generado por IA puede ser incorrecto.">
            <a:extLst>
              <a:ext uri="{FF2B5EF4-FFF2-40B4-BE49-F238E27FC236}">
                <a16:creationId xmlns:a16="http://schemas.microsoft.com/office/drawing/2014/main" id="{A732D40A-9998-8067-5224-7A11A0707340}"/>
              </a:ext>
            </a:extLst>
          </p:cNvPr>
          <p:cNvPicPr>
            <a:picLocks noChangeAspect="1"/>
          </p:cNvPicPr>
          <p:nvPr/>
        </p:nvPicPr>
        <p:blipFill>
          <a:blip r:embed="rId2"/>
          <a:stretch>
            <a:fillRect/>
          </a:stretch>
        </p:blipFill>
        <p:spPr>
          <a:xfrm>
            <a:off x="7709485" y="3563576"/>
            <a:ext cx="2637673" cy="2035893"/>
          </a:xfrm>
          <a:prstGeom prst="rect">
            <a:avLst/>
          </a:prstGeom>
        </p:spPr>
      </p:pic>
    </p:spTree>
    <p:extLst>
      <p:ext uri="{BB962C8B-B14F-4D97-AF65-F5344CB8AC3E}">
        <p14:creationId xmlns:p14="http://schemas.microsoft.com/office/powerpoint/2010/main" val="363475757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TotalTime>
  <Words>415</Words>
  <Application>Microsoft Office PowerPoint</Application>
  <PresentationFormat>Panorámica</PresentationFormat>
  <Paragraphs>31</Paragraphs>
  <Slides>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vt:i4>
      </vt:variant>
    </vt:vector>
  </HeadingPairs>
  <TitlesOfParts>
    <vt:vector size="7" baseType="lpstr">
      <vt:lpstr>Aptos</vt:lpstr>
      <vt:lpstr>Aptos Display</vt:lpstr>
      <vt:lpstr>Arial</vt:lpstr>
      <vt:lpstr>Tema de Office</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LIC. ARACELI</dc:creator>
  <cp:lastModifiedBy>LIC. ARACELI</cp:lastModifiedBy>
  <cp:revision>1</cp:revision>
  <dcterms:created xsi:type="dcterms:W3CDTF">2025-11-19T02:53:21Z</dcterms:created>
  <dcterms:modified xsi:type="dcterms:W3CDTF">2025-11-19T04:06:46Z</dcterms:modified>
</cp:coreProperties>
</file>